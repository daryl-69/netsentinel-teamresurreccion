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A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–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88620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«PS ID»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58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2258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«PS TITLE»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254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8254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«THEME»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92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–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3392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959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–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9593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«TEAM ID»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«TEAM NAME»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26680" y="1572768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0F2340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NetSentinel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3957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kill chains that ride trusted services.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3017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9C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passive, agentless AI intrusion-detection layer for unidirectional networks behind data diodes. No DPI, no signatures, no payload on disk.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39136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FE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0.992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968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Sentry–Inspector AUC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43251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FE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43799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recovered @ 5%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7365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7FE3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13.7×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4791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student model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2120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«MENTOR NAME», «DEPARTMENT»   ·   Institution: «INSTITUTION NAME»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amber «angle-bracket» text is a placeholder — replace before submitting.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WHICH service categories a host combines, and the machine-like shape of that traffic — not the domains, not the payload.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20624" y="1289304"/>
            <a:ext cx="7388352" cy="2322576"/>
          </a:xfrm>
          <a:prstGeom prst="roundRect">
            <a:avLst>
              <a:gd name="adj" fmla="val 2362"/>
            </a:avLst>
          </a:prstGeom>
          <a:solidFill>
            <a:srgbClr val="232428"/>
          </a:solidFill>
          <a:ln w="9525">
            <a:solidFill>
              <a:srgbClr val="3A3C42"/>
            </a:solidFill>
            <a:prstDash val="solid"/>
          </a:ln>
        </p:spPr>
      </p:sp>
      <p:pic>
        <p:nvPicPr>
          <p:cNvPr id="5" name="Image 0" descr="/home/claude/ppt/assets/kill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7223760" cy="2157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371600"/>
            <a:ext cx="3730752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48132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737360"/>
            <a:ext cx="33649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two-model cascade. The Inspector — a graph autoencoder — learns each host's own normal, unsupervised, during commissioning. The Sentry, 13.7× smaller, runs always-on and decides what deserves the Inspector.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5280" y="2880360"/>
            <a:ext cx="3730752" cy="1371600"/>
          </a:xfrm>
          <a:prstGeom prst="roundRect">
            <a:avLst>
              <a:gd name="adj" fmla="val 4667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299008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324612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signature, no bad domain, no decryption, no agent. It works behind a data diode where the return channel is invisible, and on IoT/OT/BYOD that cannot run an agent.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4343400"/>
            <a:ext cx="3730752" cy="1783080"/>
          </a:xfrm>
          <a:prstGeom prst="roundRect">
            <a:avLst>
              <a:gd name="adj" fmla="val 359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38160" y="445312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709160"/>
            <a:ext cx="33649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category semantics: WHICH allow-listed categories a host combines, scored per host, as the detection signal. A 91-study review of graph-based NIDS found no published system doing this. The Inspector architecture itself is prior art (GraphIDS, arXiv:2509.16625) and we say so.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703320"/>
            <a:ext cx="3520440" cy="2423160"/>
          </a:xfrm>
          <a:prstGeom prst="roundRect">
            <a:avLst>
              <a:gd name="adj" fmla="val 2642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8130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NOTHING CATCHES IT TODAY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069080"/>
            <a:ext cx="31546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IDS needs a known bad. Domain and DNS filters need a bad domain. DPI needs plaintext — and 61% of our own measured traffic is QUIC, which we read via RFC 9001. EDR needs an agent on the host. A Living-off-Trusted-Sites chain defeats all four at once, because every hop is a legitimate allow-listed service and each request in isolation is indistinguishable from a developer doing their job.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06240" y="3703320"/>
            <a:ext cx="3520440" cy="2423160"/>
          </a:xfrm>
          <a:prstGeom prst="roundRect">
            <a:avLst>
              <a:gd name="adj" fmla="val 2642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89120" y="38130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ESCALATES BACK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4069080"/>
            <a:ext cx="315468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Host-days the Sentry ranks in the top 5% return to the Inspector, which re-runs on those only and emits ONE alert carrying the four timestamped chain steps — not four disconnected alerts an analyst has to correlate by hand.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96.9% ± 1.1 of the Inspector's flags recovered at that 5% budget, over 3 seeds.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process flow — input → process → output. Passive tap only; headers, never payload.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20624" y="1243584"/>
            <a:ext cx="11320272" cy="2962656"/>
          </a:xfrm>
          <a:prstGeom prst="roundRect">
            <a:avLst>
              <a:gd name="adj" fmla="val 1852"/>
            </a:avLst>
          </a:prstGeom>
          <a:solidFill>
            <a:srgbClr val="232428"/>
          </a:solidFill>
          <a:ln w="9525">
            <a:solidFill>
              <a:srgbClr val="3A3C42"/>
            </a:solidFill>
            <a:prstDash val="solid"/>
          </a:ln>
        </p:spPr>
      </p:sp>
      <p:pic>
        <p:nvPicPr>
          <p:cNvPr id="5" name="Image 0" descr="/home/claude/ppt/asset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526280"/>
            <a:ext cx="2715768" cy="16002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63600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PARSE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92040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dumpcap (whole packets) · Zeek 6 · Npcap · RFC 9001 QUIC Initial parser · scheduled task with a hostname-coverage audit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6704" y="4526280"/>
            <a:ext cx="2715768" cy="16002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9584" y="463600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529584" y="4892040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E-GraphSAGE edge aggregator + Transformer (Inspector, 205,546 params) · GRU student (Sentry, 14,992) · ONNX Runtime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90488" y="4526280"/>
            <a:ext cx="2715768" cy="16002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3368" y="463600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UI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373368" y="4892040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WebSocket alert hub · React + TypeScript dashboard · force-directed threat graph · MITRE ATT&amp;CK mapping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34272" y="4526280"/>
            <a:ext cx="2715768" cy="16002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217152" y="463600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EVALUATION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217152" y="4892040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LANL cyber1 (612 hosts, 13 days, 749 real red-team events) · our own running capture · ablation + strictly temporal multi-seed protocol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8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inline device, no agent, no decryption, no payload retention — the whole system is a passive consumer of packet headers.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analysis, the risks we actually found, and how we are handling each one.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38544" y="1289304"/>
            <a:ext cx="5129784" cy="3364992"/>
          </a:xfrm>
          <a:prstGeom prst="roundRect">
            <a:avLst>
              <a:gd name="adj" fmla="val 1630"/>
            </a:avLst>
          </a:prstGeom>
          <a:solidFill>
            <a:srgbClr val="232428"/>
          </a:solidFill>
          <a:ln w="9525">
            <a:solidFill>
              <a:srgbClr val="3A3C42"/>
            </a:solidFill>
            <a:prstDash val="solid"/>
          </a:ln>
        </p:spPr>
      </p:sp>
      <p:pic>
        <p:nvPicPr>
          <p:cNvPr id="5" name="Image 0" descr="/home/claude/ppt/assets/chart_con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71600"/>
            <a:ext cx="4965192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5943600" cy="1572768"/>
          </a:xfrm>
          <a:prstGeom prst="roundRect">
            <a:avLst>
              <a:gd name="adj" fmla="val 407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8132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FEASIBLE? — ALREADY BUILT AND MEASURED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73736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(6 ONNX experts) runs end to end: 8.8 GB PCAP → 32,266 alerts, 42.5 flows/s, 23 ms latency, 280 MB RSS. Tier 2 (the cascade) is measured over 3 seeds on real enterprise traffic. All tooling is open source — Zeek, PyTorch, ONNX Runtime, FastAPI, React. No paid API. Commissioning ran on CPU.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035808"/>
            <a:ext cx="2880360" cy="1536192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1455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401568"/>
            <a:ext cx="2514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linear in host-days, and the Sentry is the only always-on component: 14,992 parameters, ~250,000 windows/second on one CPU core. At 1,000 hosts that is 94.7% less GPU work than inspecting everything.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66160" y="3035808"/>
            <a:ext cx="2880360" cy="1536192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31455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36 HOURS ARE FOR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3401568"/>
            <a:ext cx="2514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cascade — that exists. The escalation loop, rolling re-calibration, the retention rule and the analyst evidence panel, plus the injection experiment on our own capture.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464515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690872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ablation refuted the ordering half of our hypothesis.  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Permuting the hours of a day changes our AUC by 0.000, and an order-free baseline matches us (1.000 vs 0.998). The signal is cross-service combination and traffic shape, not sequence. We changed the claim, not the experiment.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519379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5239512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Within-host AUC 0.557 ± 0.013 against the LANL red team — chance.  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Attacked hosts were simply busier (0.811 vs 0.530 activity density). LANL has zero external traffic, so the cross-service hypothesis cannot fire there at all. We are capturing our own egress corpus to test it properly.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574243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788152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threshold decays — across networks and over time.  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shift test showed the mechanism transfers (AUC −3.3%) but the 99th-percentile threshold does not: it flags 6.3% in a second organisation and 6.8% in its own later test period. Every deployment needs its own calibration window plus rolling re-calibration.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6291072"/>
            <a:ext cx="11183112" cy="475488"/>
          </a:xfrm>
          <a:prstGeom prst="roundRect">
            <a:avLst>
              <a:gd name="adj" fmla="val 9615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6336792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can evaluate this.  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 124 surveyed datasets, none has multi-day egress traffic with multi-stage campaign labels. We are building the corpus, and we audit our own capture: capture_probe.py measures truncation, hostname coverage and QUIC readability before we trust a byte of it.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below regenerates from a result file by script. None is typed by hand.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27064" y="1243584"/>
            <a:ext cx="5541264" cy="3200400"/>
          </a:xfrm>
          <a:prstGeom prst="roundRect">
            <a:avLst>
              <a:gd name="adj" fmla="val 1714"/>
            </a:avLst>
          </a:prstGeom>
          <a:solidFill>
            <a:srgbClr val="232428"/>
          </a:solidFill>
          <a:ln w="9525">
            <a:solidFill>
              <a:srgbClr val="3A3C42"/>
            </a:solidFill>
            <a:prstDash val="solid"/>
          </a:ln>
        </p:spPr>
      </p:sp>
      <p:pic>
        <p:nvPicPr>
          <p:cNvPr id="5" name="Image 0" descr="/home/claude/ppt/assets/chart_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25880"/>
            <a:ext cx="5376672" cy="30358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947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expensive model's flags recovered at a 5% escalation budget (±1.1, 3 seeds)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13.7×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947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student model — 205,546 → 14,992 parameters, CPU-only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8529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GPU work in steady state at a 1,000-host deployment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28529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0.992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Sentry–Inspector agreement (AUC) on real enterprise traffic (±0.003)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43484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4544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STRATEGIC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800600"/>
            <a:ext cx="32004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egress detection for diode-protected national infrastructure — nuclear, defence, power grid, water SCADA — which today has none. Directly supports NCIIPC's Critical Information Infrastructure mandate. SDG 9 and SDG 11.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06240" y="443484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4544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4800600"/>
            <a:ext cx="32004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 less GPU work than inspecting every host-day, so the detection layer runs on CPU-only hardware an OT site already owns. One alert carrying four timestamped chain steps instead of four disconnected alerts also cuts analyst triage time.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09560" y="4434840"/>
            <a:ext cx="3776472" cy="1691640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92440" y="454456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PRECISELY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092440" y="4800600"/>
            <a:ext cx="341071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is AGREEMENT WITH THE TEACHER — an efficiency figure, not a detection rate, and we never present it as one. Our best honest detection result against a real red team is within-host AUC 0.557 ± 0.013, and the detection claim stays open until our own capture can test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we build on, stated explicitly, and the sources behind every design decision.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4356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architecture — prior art, not ours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6459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GraphIDS: self-supervised graph intrusion detection with edge aggregation — arXiv:2509.16625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8562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is GraphIDS-shaped. We say this on stage. The cascade, the distillation and per-entity baselining are all established technique.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25856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router predicts the teacher's flag, not its own uncertainty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4688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Jitkrittum, Gupta, Menon, Narasimhan, Rawat, Kumar — "When does confidence-based cascade deferral suffice?" NeurIPS 2023, arXiv:2307.02764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67919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deferral is provably suboptimal. Our router is trained to answer "would the Inspector flag this".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08152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distil the encoder and never the verdict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29184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"Knowledge distillation for anomaly detection" — MDPI Machine Learning &amp; Knowledge Extraction 8(3):60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5021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transfer is asymmetric: global outliers 78%, isolation 88%, neighbourhood 76%, local outliers only 20%. A LOTS chain is a local outlier.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90448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red-team evaluation data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1148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Kent, A. D. — "Comprehensive, Multi-Source Cyber-Security Events", Los Alamos National Laboratory, 2015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32511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 hosts × 13 days × 749 real red-team events. Also the source of our honest negative result: within-host AUC 0.557.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72744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and taxonomy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93776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T1567 (Exfiltration Over Web Service), T1102 (Web Service C2) · The LOTS Project living-off-trusted-sites domain taxonomy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14807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service categories in our resolver extend the LOTS taxonomy. The resolver is a deterministic lookup, never a model.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486400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555040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57607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Zeek Network Security Monitor · Wireshark/dumpcap · PyTorch · ONNX Runtime · FastAPI · React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5971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source. Reproduction instructions and every result file are in the project repository.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3550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C8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measured figures in this deck regenerate from v2/lanl_novelty.json, v2/results.json, v2/shift_results.json and v2/capture_audit.json. Nothing is typed by hand.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NetSentinel — SIH 2026 Idea Submission</dc:title>
  <dc:subject>PptxGenJS Presentation</dc:subject>
  <dc:creator>Team NetSentinel</dc:creator>
  <cp:lastModifiedBy>Team NetSentinel</cp:lastModifiedBy>
  <cp:revision>1</cp:revision>
  <dcterms:created xsi:type="dcterms:W3CDTF">2026-09-11T06:57:34Z</dcterms:created>
  <dcterms:modified xsi:type="dcterms:W3CDTF">2026-09-11T06:57:34Z</dcterms:modified>
</cp:coreProperties>
</file>